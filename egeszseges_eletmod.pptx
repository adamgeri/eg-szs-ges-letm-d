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0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503B"/>
                </a:solidFill>
                <a:latin typeface="Calibri"/>
              </a:rPr>
              <a:t>Napi zöldség- és gyümölcsfogyasztás (fő)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Fő</c:v>
                </c:pt>
              </c:strCache>
            </c:strRef>
          </c:tx>
          <c:spPr>
            <a:solidFill>
              <a:srgbClr val="D959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9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87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8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Egyszer sem</c:v>
                  </c:pt>
                  <c:pt idx="1">
                    <c:v>1×</c:v>
                  </c:pt>
                  <c:pt idx="2">
                    <c:v>2–3×</c:v>
                  </c:pt>
                  <c:pt idx="3">
                    <c:v>4× vagy több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4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DF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0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503B"/>
                </a:solidFill>
                <a:latin typeface="Calibri"/>
              </a:rPr>
              <a:t>Testmozgás gyakorisága a testnevelési órán kívül (fő)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Fő</c:v>
                </c:pt>
              </c:strCache>
            </c:strRef>
          </c:tx>
          <c:spPr>
            <a:solidFill>
              <a:srgbClr val="1F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8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87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59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Szinte naponta</c:v>
                  </c:pt>
                  <c:pt idx="1">
                    <c:v>Heti 3–4×</c:v>
                  </c:pt>
                  <c:pt idx="2">
                    <c:v>Heti 1–2×</c:v>
                  </c:pt>
                  <c:pt idx="3">
                    <c:v>Szinte soha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4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DF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Összes válaszadó</c:v>
                </c:pt>
              </c:strCache>
            </c:strRef>
          </c:tx>
          <c:spPr>
            <a:solidFill>
              <a:srgbClr val="5C8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2 óra</c:v>
                  </c:pt>
                  <c:pt idx="1">
                    <c:v>2–4 óra</c:v>
                  </c:pt>
                  <c:pt idx="2">
                    <c:v>4–6 óra</c:v>
                  </c:pt>
                  <c:pt idx="3">
                    <c:v>6+ óra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9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Ebből: legalább hetente többször fáradt</c:v>
                </c:pt>
              </c:strCache>
            </c:strRef>
          </c:tx>
          <c:spPr>
            <a:solidFill>
              <a:srgbClr val="E987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2 óra</c:v>
                  </c:pt>
                  <c:pt idx="1">
                    <c:v>2–4 óra</c:v>
                  </c:pt>
                  <c:pt idx="2">
                    <c:v>4–6 óra</c:v>
                  </c:pt>
                  <c:pt idx="3">
                    <c:v>6+ óra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DD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C6DDD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0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503B"/>
                </a:solidFill>
                <a:latin typeface="Calibri"/>
              </a:rPr>
              <a:t>Alvásidő iskolai éjszakán (fő)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A5C"/>
              </a:solidFill>
              <a:effectLst/>
            </c:spPr>
          </c:dPt>
          <c:dPt>
            <c:idx val="1"/>
            <c:bubble3D val="0"/>
            <c:spPr>
              <a:solidFill>
                <a:srgbClr val="7FB89A"/>
              </a:solidFill>
              <a:effectLst/>
            </c:spPr>
          </c:dPt>
          <c:dPt>
            <c:idx val="2"/>
            <c:bubble3D val="0"/>
            <c:spPr>
              <a:solidFill>
                <a:srgbClr val="E9873F"/>
              </a:solidFill>
              <a:effectLst/>
            </c:spPr>
          </c:dPt>
          <c:dPt>
            <c:idx val="3"/>
            <c:bubble3D val="0"/>
            <c:spPr>
              <a:solidFill>
                <a:srgbClr val="D959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8 óránál többet</c:v>
                </c:pt>
                <c:pt idx="1">
                  <c:v>7–8 órát</c:v>
                </c:pt>
                <c:pt idx="2">
                  <c:v>6–7 órát</c:v>
                </c:pt>
                <c:pt idx="3">
                  <c:v>6 óránál kevesebbet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</c:v>
                </c:pt>
                <c:pt idx="1">
                  <c:v>11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41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0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503B"/>
                </a:solidFill>
                <a:latin typeface="Calibri"/>
              </a:rPr>
              <a:t>Egészség-önértékelés (1–5) az alvásmennyiség szerint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Átlagos önértékelés</c:v>
                </c:pt>
              </c:strCache>
            </c:strRef>
          </c:tx>
          <c:spPr>
            <a:solidFill>
              <a:srgbClr val="1F7A5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8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87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59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8 óránál többet (n=1)</c:v>
                  </c:pt>
                  <c:pt idx="1">
                    <c:v>7–8 órát (n=11)</c:v>
                  </c:pt>
                  <c:pt idx="2">
                    <c:v>6–7 órát (n=8)</c:v>
                  </c:pt>
                  <c:pt idx="3">
                    <c:v>6 óránál kevesebbet (n=2)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3.75</c:v>
                </c:pt>
                <c:pt idx="3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624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DF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0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503B"/>
                </a:solidFill>
                <a:latin typeface="Calibri"/>
              </a:rPr>
              <a:t>Információforrások egészségügyi kérdésekben (többválaszos)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Fő</c:v>
                </c:pt>
              </c:strCache>
            </c:strRef>
          </c:tx>
          <c:spPr>
            <a:solidFill>
              <a:srgbClr val="1F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7A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873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Iskola, tanárok</c:v>
                  </c:pt>
                  <c:pt idx="1">
                    <c:v>Szakmai weboldalak</c:v>
                  </c:pt>
                  <c:pt idx="2">
                    <c:v>Orvos, szakember</c:v>
                  </c:pt>
                  <c:pt idx="3">
                    <c:v>Család, barátok</c:v>
                  </c:pt>
                  <c:pt idx="4">
                    <c:v>Közösségi média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4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DF2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Köszöntés. Bemutatkozás. A projekt témája az egészséges életmód. A fő kérdés az volt: mennyire élnek egészségesen a körülöttem lévő fiatalok, és hol maradnak el az ajánlásoktól. 22 ember töltötte ki a kérdőívemet. A prezentáció kb. 8 perc lesz.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projekt célja nem az volt, hogy általánosságban beszéljek az egészségről, hanem hogy saját adatot gyűjtsek. A negyedik pont fontos: önállóan dolgoztam, mert a csoportbeosztásnál nem alakult ki csapat — így a tervezés, a kérdőív, a weboldal, az elemzés és a prezentáció is a saját munkám.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dia a projekt fordulópontja. Azzal a feltételezéssel indultam, hogy a fiatalok általánosan rosszul élnek. Az adat ezt megcáfolta: 82 százalék mozog rendszeresen, 82 százalék iszik elég vizet. Két területen viszont majdnem mindenki elmarad: a zöldségfogyasztásban — 22 emberből 1 éri el az ajánlást — és az alvásban. Ezért írtam át az egész produktumot erre a két vakfoltra.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kérdőívet Google Űrlapokban készítettem, az elemzést viszont nem Excelben, hanem Python szkripttel. Ennek az az előnye, hogy újrafuttatható. Fontos kiemelni: a minta nem reprezentatív, 24 fő a saját környezetemből — ezt minden eredménynél hangsúlyozom.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táplálkozásnál egyetlen gyenge pont van. A víz, az üdítő és a reggeli mind rendben: 18 ember iszik elég vizet, 11 ritkán vagy soha nem üdítőzik, 19 rendszeresen reggelizik. A zöldségnél viszont 22 emberből 1 éri el az ajánlott mennyiséget. Ez azért érdekes, mert ugyanezek az emberek minden más kérdésben jól teljesítenek — vagyis nem általános igénytelenségről van szó, hanem egy konkrét vakfoltról.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minta legerősebb területe: 18 ember mozog legalább heti háromszor, 17 szinte naponta. Ez viszont egyben a minta torzítását is mutatja — valószínűleg az én ismeretségi köröm sportosabb az átlagnál. A jobb oldali doboz a lényeg: hiába mozognak ennyien, 14 ember rendszeresen fáradt. A sport önmagában nem pótolja az alvást.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felmérés legmarkánsabb eredménye, ezért kapott külön diát. A napi négy óránál kevesebbet képernyőzők közül 30 százalék fáradt rendszeresen, a négy óránál többet képernyőzők közül 92 százalék. A trend monoton emelkedő. A jobb alsó doboz szándékosan van itt: nagyon fontos, hogy ezt együttjárásként és ne ok-okozatként mutassam be. A két szélső kategóriában ráadásul csak egy-két ember van, tehát a középső két oszlop összehasonlítása a megbízhatóbb.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korosztálynak nyolc-tíz óra alvás lenne az ajánlott. Ezt 22 emberből 1 érte el, és 10 ember hét óránál is kevesebbet alszik. Ez a második vakfolt. Az energiaitalnál viszont jó hírem van: 14 ember soha nem iszik ilyet, és napi fogyasztó egyáltalán nincs a mintában. Vagyis a fáradtság oka nem a koffein, hanem valószínűleg az alvás és a képernyőidő.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két dolgot mutatok. Egyrészt az alvás és az önértékelés kapcsolatát: aki többet alszik, magasabbra értékeli az egészségét — de a különbség kicsi, és az alcsoportok nagyon kicsik, ezért csak tendenciaként közlöm. Másrészt a jobb alsó dobozban azt, amit nem tudtam megvizsgálni. Eredetileg a sportolás és az önértékelés kapcsolatát terveztem fő összefüggésnek, de 17 ember egyetlen kategóriába esett. Ekkora alcsoportokból nem lehet átlagot értelmezni, ezért inkább kihagytam.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is jobb a kép, mint amire számítottam. A közösségi média valóban vezet 14 fővel, de orvostól is 9 ember tájékozódik, és senki nem jelölte, hogy sehonnan. A többség több forrásból tájékozódik. A kockázat azért megmarad, ezért került a weboldal forrásoldalára az a három kérdés: ki mondja, mire hivatkozik, mit akar eladni.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Összefoglalva hat pont. Az első a fő meglepetés: a minta jobban él, mint vártam. A második és a harmadik a két vakfolt. A negyedik a legmarkánsabb összefüggés. Az ötödik egy újabb jó hír. A hatodik pedig azt mondja meg, hogy nem egyetlen üzenet kell, hanem kettő.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Mivel a megkérdezettek nagy része már sportol és vizet iszik, nem életmódváltást javaslok. Az öt lépésből kettő a zöldségre és az alvásra irányul — ez a két vakfolt —, egy pedig a képernyőidőre, ami a fáradtsággal jár együtt. Mindegyik egy döntés, nem egy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produktum készült el. A weboldal a kötelező elem, emellett a kérdőívet és a prezentációt választottam a négy opció közül. Minden a GitHub repositoryban van, a feladatkiírás szerinti mappastruktúrában. Érdemes kiemelni, hogy a weboldal és ez a prezentáció ugyanabból a JSON állományból veszi a számokat, tehát nem tudnak eltérni egymástól.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Öt konkrét nehézség volt. A legfontosabb tanulság a harmadik és az ötödik. A harmadik: az adat mást mutatott, mint amire számítottam, és ehhez nekem kellett igazodnom, nem fordítva. Az ötödik: egy összefüggés egyszerűen nem működött, mert a minta túl homogén volt. Ezt nem szépítettem, hanem kihagytam és megindokoltam.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önálló munka indoklása. A hátránya konkrétan meg is látszik az adatokon: a kérdőívet csak egy ismeretségi körben tudtam terjeszteni, és ez a kör feltűnően sportos. Ez a minta legnagyobb torzítása. Előny viszont, hogy a projekt minden részét át kellett látnom. Emellett egy kérdés kimaradt az űrlapról, ami az akadályokra kérdezett — emiatt egy tervezett elemzést nem tudtam elvégezni.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Zárás. Köszönöm a figyelmet — szívesen válaszolok kérdésekre. A teljes anyag, beleértve a nyers adatokat és az elemző szkriptet is, elérhető a GitHub repositoryban.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LAG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5664"/>
            <a:ext cx="12161520" cy="402336"/>
          </a:xfrm>
          <a:prstGeom prst="rect">
            <a:avLst/>
          </a:prstGeom>
          <a:solidFill>
            <a:srgbClr val="E3F0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Egészséges életmód · IKT Projektmunka I.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26480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Gerecze Ádám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TET">
    <p:bg>
      <p:bgPr>
        <a:solidFill>
          <a:srgbClr val="145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5566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Egészséges életmód · IKT Projektmunka 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A9CF4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1F7A5C">
              <a:alpha val="45000"/>
            </a:srgbClr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2926080"/>
            <a:ext cx="3108960" cy="3108960"/>
          </a:xfrm>
          <a:prstGeom prst="ellipse">
            <a:avLst/>
          </a:prstGeom>
          <a:solidFill>
            <a:srgbClr val="A9CF46">
              <a:alpha val="18000"/>
            </a:srgbClr>
          </a:solidFill>
          <a:ln w="12700">
            <a:solidFill>
              <a:srgbClr val="A9CF4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C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OSZTÁLYOZÓ VIZSGA HÁZI DOLGOZAT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Egészséges életmód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mutat 22 fiatal válasza arról, hogyan élnek?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280160" cy="45720"/>
          </a:xfrm>
          <a:prstGeom prst="rect">
            <a:avLst/>
          </a:prstGeom>
          <a:solidFill>
            <a:srgbClr val="A9CF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Gerecze Ádám
</a:t>
            </a:r>
            <a:pPr indent="0" marL="0">
              <a:buNone/>
            </a:pPr>
            <a:r>
              <a:rPr lang="en-US" sz="1300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IKT Projektmunka I. · 1/13. Sz. évfolyam
</a:t>
            </a:r>
            <a:pPr indent="0" marL="0">
              <a:buNone/>
            </a:pPr>
            <a:r>
              <a:rPr lang="en-US" sz="1300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augusztus 28.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A9CF4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BEVEZETÉS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projekt kerete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28216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09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691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Felmérni a 14–19 évesek életmódbeli szokásait, és a saját adatokra épülő, gyakorlati útmutatót adni azoknak, akik változtatnának.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Célközönség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072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14–19 éves középiskolások, valamint az őket tanító pedagógusok és a szülők.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959352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41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Kutatási kérdés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922776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Mennyire élnek egészségesen a körülöttem lévő fiatalok, és melyek azok a területek, ahol elmaradnak az ajánlásoktól?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457200" cy="457200"/>
          </a:xfrm>
          <a:prstGeom prst="ellipse">
            <a:avLst/>
          </a:prstGeom>
          <a:solidFill>
            <a:srgbClr val="1450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C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56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Munkaforma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5038344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Önálló munka. A csoportbeosztás során nem alakult ki több fős csapat, ezért a projekt minden elemét egyedül készítettem 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EREDMÉNY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Négy szám, ami átírta a projektet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Ezek a saját felmérésem adatai: 22 konkrét ember válaszai a környezetemből. Nem azt mutatták, amire számítottam.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255264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mozog legalább heti három alkalommal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219456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2736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3255264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iszik naponta legalább 5 pohár vizet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219456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7376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fő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255264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eszik napi 4-szer zöldséget – a 22-ből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70848" y="219456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72016" y="239572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72016" y="3255264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alszik 7 óránál kevesebbet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57200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kettő zöld, a másik kettő piros.  </a:t>
            </a:r>
            <a:pPr indent="0" marL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minta sportol, vizet iszik és reggelizik — sokkal jobban, mint amire számítottam. Mégis van két terület, ahol majdnem mindenki elmarad: a zöldségfogyasztás és az alvás. Ez a két vakfolt lett a projekt fő témája.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MÓDSZERTAN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Hogyan készült a felmérés?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465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Kérdőív összeállítása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29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kérdés öt témakörben, Google Űrlapokban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24328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Megosztás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712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 online link, osztálycsoport és ismerősök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65576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Adatgyűjtés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124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augusztus, összesen 22 kitöltő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06824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Feldolgozás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53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export, majd Python (pandas, matplotlib)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148072"/>
            <a:ext cx="457200" cy="457200"/>
          </a:xfrm>
          <a:prstGeom prst="ellipse">
            <a:avLst/>
          </a:prstGeom>
          <a:solidFill>
            <a:srgbClr val="E3F0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11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Megjelenítés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94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diagram, weboldal és prezentáció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178308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CEEEC"/>
          </a:solidFill>
          <a:ln w="12700">
            <a:solidFill>
              <a:srgbClr val="FCE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minta korlátai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331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felmérés nem reprezentatív. Kényelmi mintavétellel készült, 22 fővel, a saját ismeretségi körömből. Ez itt különösen fontos: a minta feltűnően sportos (18 fő mozog legalább heti háromszor), ami valószínűleg az én környezetemre jellemző, nem a korosztályra.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0" y="411480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4297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Miért Python és nem Excel?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663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elemzést szkriptbe írtam, így egyetlen futtatással frissül mind a 18 diagram. A számokat egy JSON állomány köti össze, amelyből a weboldal és ez a prezentáció is dolgozik — így nem tudnak eltérni egymástól.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EREDMÉNYEK ·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Táplálkozás: egyetlen gyenge pont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389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138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 · n=22</a:t>
            </a:r>
            <a:endParaRPr lang="en-US" sz="850" dirty="0"/>
          </a:p>
        </p:txBody>
      </p:sp>
      <p:pic>
        <p:nvPicPr>
          <p:cNvPr id="7" name="Image 0" descr="/home/claude/projekt/eszkozok/abrak/tan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2788920" cy="22494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829800" y="187452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tányérmodell: a tányér fele zöldség és gyümölcs. A WHO ajánlása napi 400 g, kb. 5 adag.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903720" y="4206240"/>
            <a:ext cx="4800600" cy="1737360"/>
          </a:xfrm>
          <a:prstGeom prst="roundRect">
            <a:avLst>
              <a:gd name="adj" fmla="val 6316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23760" y="437083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emberből 1.
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Ennyien közelítik meg az ajánlott zöldség-gyümölcs mennyiséget. Közben 18-en isznak elég vizet, 11-en ritkán vagy soha nem üdítőznek, és 19-en rendszeresen reggeliznek. A zöldség önálló vakfolt.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EREDMÉNYEK ·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Mozgás: a minta legerősebb területe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212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212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 · n=22</a:t>
            </a:r>
            <a:endParaRPr lang="en-US" sz="850" dirty="0"/>
          </a:p>
        </p:txBody>
      </p:sp>
      <p:pic>
        <p:nvPicPr>
          <p:cNvPr id="7" name="Image 0" descr="/home/claude/projekt/eszkozok/abrak/mozgas-piram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2331720" cy="1728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84080" y="182880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piramis alja a hétköznapi mozgás: séta, lépcső, bicikli. Ehhez nem kell terem és nem kell tagdíj.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15200" y="3703320"/>
            <a:ext cx="4434840" cy="2194560"/>
          </a:xfrm>
          <a:prstGeom prst="roundRect">
            <a:avLst>
              <a:gd name="adj" fmla="val 5000"/>
            </a:avLst>
          </a:prstGeom>
          <a:solidFill>
            <a:srgbClr val="14503B"/>
          </a:solidFill>
          <a:ln w="12700">
            <a:solidFill>
              <a:srgbClr val="14503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385876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C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ez nem véd meg mindentől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D6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válaszadók 82%-a mozog legalább heti háromszor — mégis 14 ember (64%) érzi magát legalább hetente többször fáradtnak. A sport önmagában nem pótolja az alvást.
</a:t>
            </a:r>
            <a:pPr indent="0" marL="0">
              <a:buNone/>
            </a:pPr>
            <a:r>
              <a:rPr lang="en-US" sz="1200" i="1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legnépszerűbb mozgásforma a futás volt (16 fő).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C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FELMÉRÉS FŐ EREDMÉNYE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Képernyőidő és rendszeres fáradtság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7665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73568" y="184708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 →  92%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973568" y="25603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napi 4 óránál kevesebbet képernyőzők közül 3 fő a 10-ből fáradt rendszeresen. A 4 óránál többet képernyőzők közül 11 a 12-ből.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80960" y="38862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1C6449"/>
          </a:solidFill>
          <a:ln w="12700">
            <a:solidFill>
              <a:srgbClr val="1C64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73568" y="40233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ebből NEM állítok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együttjárás, nem bizonyított ok-okozat. Lehet, hogy a képernyőzés fáraszt — de az is, hogy a fáradt ember választja a passzív képernyőzést. A két szélső kategóriában ráadásul csak 1, illetve 2 válaszadó van.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A9CF4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EREDMÉNYEK ·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Alvás: a második vakfolt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9164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/home/claude/projekt/eszkozok/abrak/alvascik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83080"/>
            <a:ext cx="3931920" cy="22311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784080" y="192024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ajánlott 8 órát 22 emberből 1 éri el. A mély alvás az éjszaka első felére esik, ezért nem pótolható hétvégi hosszú alvással.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715000" y="434340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8932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fő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989320" y="49926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alszik 7 óránál kevesebbet — a minta 45%-a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732520" y="434340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06840" y="4498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fő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9006840" y="499262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nem iszik energiaitalt, és napi fogyasztó nincs a mintában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59436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6928" y="5943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 · n=22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EREDMÉNYEK ·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Alvás és önértékelés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607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760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 · n=22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0" y="173736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65008" y="190195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tendencia jó irányba mutat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többet alszik, magasabbra értékeli a saját egészségét. A különbség azonban kicsi, és az alcsoportok nagyon kis elemszámúak — a legkevesebbet alvók között mindössze 2 ember van.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420624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65008" y="43708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nem tudtam megvizsgálni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sportolás és az önértékelés kapcsolatát terveztem fő összefüggésnek. Nem lehetett: 17 ember egyetlen kategóriába esett, a többiben 1–2 fő van.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EREDMÉNYEK ·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Honnan tájékozódnak?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607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760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 · n=22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0" y="1737360"/>
            <a:ext cx="3931920" cy="2148840"/>
          </a:xfrm>
          <a:prstGeom prst="roundRect">
            <a:avLst>
              <a:gd name="adj" fmla="val 5106"/>
            </a:avLst>
          </a:prstGeom>
          <a:solidFill>
            <a:srgbClr val="14503B"/>
          </a:solidFill>
          <a:ln w="12700">
            <a:solidFill>
              <a:srgbClr val="1450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65008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C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Jobb a vártnál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65008" y="25420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közösségi média vezet (14 fő), de orvostól is 9 ember tájékozódik, és senki nem jelölte, hogy sehonnan. A többség több forrásból is tájékozódik.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40690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CEEEC"/>
          </a:solidFill>
          <a:ln w="12700">
            <a:solidFill>
              <a:srgbClr val="FCEE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65008" y="4224528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kockázat azért megmarad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platformokon terjedő étrend- és edzéstanácsok jelentős része ellenőrizetlen, gyakran valamit el akar adni. Három kérdés segít: ki mondja, mire hivatkozik, mit akar eladni?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ÖSSZEGZÉS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 következtetés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0824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020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Jobb a vártnál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328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mozog rendszeresen, 82% iszik elég vizet. A kiinduló feltételezésem nem igazolódott.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020824"/>
            <a:ext cx="384048" cy="384048"/>
          </a:xfrm>
          <a:prstGeom prst="ellipse">
            <a:avLst/>
          </a:prstGeom>
          <a:solidFill>
            <a:srgbClr val="D95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20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Zöldség: vakfolt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328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emberből 1 közelíti meg az ajánlott mennyiséget — miközben minden más táplálkozási kérdésben jól teljesítenek.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020824"/>
            <a:ext cx="384048" cy="384048"/>
          </a:xfrm>
          <a:prstGeom prst="ellipse">
            <a:avLst/>
          </a:prstGeom>
          <a:solidFill>
            <a:srgbClr val="D959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2020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Alvás: vakfolt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5328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minta 45%-a 7 óránál kevesebbet alszik. A jó szokások ezt nem kompenzálják.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169664"/>
            <a:ext cx="384048" cy="384048"/>
          </a:xfrm>
          <a:prstGeom prst="ellipse">
            <a:avLst/>
          </a:prstGeom>
          <a:solidFill>
            <a:srgbClr val="E987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Képernyő és fáradtság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óra alatt 30%, 4 óra felett 92% a rendszeresen fáradtak aránya.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169664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Kiegyensúlyozott tájékozódás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közösségi média vezet, de orvostól is 9 ember tájékozódik, és senki nem jelölte, hogy sehonnan.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3931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904" y="4169664"/>
            <a:ext cx="384048" cy="384048"/>
          </a:xfrm>
          <a:prstGeom prst="ellipse">
            <a:avLst/>
          </a:prstGeom>
          <a:solidFill>
            <a:srgbClr val="E987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75904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4169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Kétféle üzenet kell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68172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fő változtatna, 10 viszont elégedett — nekik a két vakfoltot kell megmutatni.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JAVASLATOK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Öt lépés, ami ma elkezdhető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megkérdezettek nagy része már sportol, vizet iszik és reggelizik. Ezért nem életmódváltást javaslok, hanem öt apróságot — pont a két hiányzó területre.</a:t>
            </a:r>
            <a:endParaRPr lang="en-US" sz="1400" dirty="0"/>
          </a:p>
        </p:txBody>
      </p:sp>
      <p:pic>
        <p:nvPicPr>
          <p:cNvPr id="5" name="Image 0" descr="/home/claude/projekt/eszkozok/abrak/lepes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43200"/>
            <a:ext cx="7863840" cy="2843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2331720"/>
            <a:ext cx="3017520" cy="3246120"/>
          </a:xfrm>
          <a:prstGeom prst="roundRect">
            <a:avLst>
              <a:gd name="adj" fmla="val 3636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25146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Miért ez az öt?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Kettő a zöldségre és az alvásra irányul — ez a két vakfolt. Egy a képernyőidőre, ami a fáradtsággal jár együtt.
</a:t>
            </a:r>
            <a:pPr indent="0" marL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„hétfőtől teljesen új életet kezdek” típusú tervek jellemzően a második héten elhalnak — és utána nehezebb újrakezdeni, mint el sem kezdeni.
</a:t>
            </a:r>
            <a:pPr indent="0" marL="0">
              <a:buNone/>
            </a:pPr>
            <a:r>
              <a:rPr lang="en-US" sz="1250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kihagyott nap nem bukás. Két kihagyott hét már az.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készült el a projektben?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Projektweboldal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7355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aloldal, Bootstrap 5.3, saját CSS és JavaScript, reszponzív, billentyűzettel is használható. Saját készítésű SVG ábrák.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kérdőív + elemzés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7355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kérdés, 22 kitöltő, Google Űrlapok. Python (pandas, matplotlib) feldolgozás, 18 diagram, írásos elemzés.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830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Prezentáció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327355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dia, saját diaminta, egységes arculat, natív diagramok, animációk és áttűnések.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75488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14503B"/>
          </a:solidFill>
          <a:ln w="12700">
            <a:solidFill>
              <a:srgbClr val="1450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Mindez GitHub repositoryban:  </a:t>
            </a:r>
            <a:pPr indent="0" marL="0">
              <a:buNone/>
            </a:pPr>
            <a:r>
              <a:rPr lang="en-US" sz="1300" dirty="0">
                <a:solidFill>
                  <a:srgbClr val="A9C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· projektterv/ · produktum/ · dokumentacio/ · bemutato_video/ · forrasok/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TAPASZTALATOK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Nehézségek és amit megtanultam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922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Kevés kitöltő az első napon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17922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nap alig érkezett válasz.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79222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Személyre szóló üzenetben kértem meg embereket a link általános megosztása helyett — így lett 22.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FAFCFB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7249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elemzés Excelben lassú volt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7249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új válasznál kézzel kellett újraszámolni.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7249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Áttértem Python szkriptre: egy futtatás frissíti mind a 18 diagramot.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602736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adat mást mutatott, mint vártam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minta sokkal aktívabb, mint feltételeztem.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Átírtam a produktumot: nem az általános életmódról szól, hanem két konkrét vakfoltról.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535424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FAFCFB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Ok-okozat kísértése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45902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Kézenfekvő lett volna kimondani, hogy a képernyő fáraszt.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59028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fős mintán ez nem állítható. Végig együttjárásként fogalmaztam.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5229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 összefüggés nem működött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552297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sport–önértékelés kapcsolatot terveztem fő eredménynek.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552297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alcsoportok 1–2 fősek lettek. Nem erőltettem: kihagytam, és jeleztem, miért.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jelentett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Megoldás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ZÁRÁS ELŐTT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Önértékelés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3F0E9"/>
          </a:solidFill>
          <a:ln w="12700">
            <a:solidFill>
              <a:srgbClr val="E3F0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Amivel elégedett vagyok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adatot gyűjtöttem, nem csak internetes cikkeket idéztem.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elemzést újrafuttatható szkriptbe írtam.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produktumot átírtam, amikor az adat mást mutatott.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közöltem olyan összefüggést, amit a minta nem bír 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17830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CEEEC"/>
          </a:solidFill>
          <a:ln w="12700">
            <a:solidFill>
              <a:srgbClr val="FCE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legközelebb máshogy csinálnék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hagynám ki az akadályokra kérdező tételt.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Változatosabb mintát gyűjtenék — ez túl sportos lett.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Beépítenék néhány nyitott kérdést is a zártak mellé.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időt hagynék az adatgyűjtésre.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11155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önálló munkáról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5262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csoportbeosztás során nem alakult ki több fős csapat, ezért a projekt minden elemét egyedül készítettem el: a tervezést, az információgyűjtést, a kérdőív összeállítását és elemzését, a weboldal fejlesztését, a prezentációt és a dokumentációt. Ennek egyértelmű hátránya volt, hogy nem volt kivel megvitatni a döntéseket, és a kérdőívet is egyetlen ismeretségi körben tudtam terjeszteni. Előnye viszont, hogy minden részfeladatot végig kellett csinálnom — így a projekt egészét értem, nem csak a rám eső szeletet.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7A5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474720"/>
            <a:ext cx="5120640" cy="5120640"/>
          </a:xfrm>
          <a:prstGeom prst="ellipse">
            <a:avLst/>
          </a:prstGeom>
          <a:solidFill>
            <a:srgbClr val="1F7A5C">
              <a:alpha val="40000"/>
            </a:srgbClr>
          </a:solidFill>
          <a:ln w="12700">
            <a:solidFill>
              <a:srgbClr val="1F7A5C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965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C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 A FIGYELMET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377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Jól élnek.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 dolog mégis kimarad.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05840" y="4114800"/>
            <a:ext cx="1280160" cy="45720"/>
          </a:xfrm>
          <a:prstGeom prst="rect">
            <a:avLst/>
          </a:prstGeom>
          <a:solidFill>
            <a:srgbClr val="A9CF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Gerecze Ádám  ·  IKT Projektmunka I.  ·  1/13. Sz. évfolyam
</a:t>
            </a:r>
            <a:pPr indent="0" marL="0">
              <a:buNone/>
            </a:pPr>
            <a:r>
              <a:rPr lang="en-US" sz="1300" i="1" dirty="0">
                <a:solidFill>
                  <a:srgbClr val="9D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teljes anyaga: GitHub repository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457200" cy="40233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A9CF4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prevCondLst>
                      <p:cond evt="onPrev" delay="0">
                        <p:tgtEl>
                          <p:sldTgt/>
                        </p:tgtEl>
                      </p:cond>
                    </p:prevCondLst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IKT Projektmunka I. – 1/13. Sz.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Egészséges életmód</dc:title>
  <dc:subject>Osztályozó vizsga házi dolgozat</dc:subject>
  <dc:creator>Gerecze Ádám</dc:creator>
  <cp:lastModifiedBy>Gerecze Ádám</cp:lastModifiedBy>
  <cp:revision>1</cp:revision>
  <dcterms:created xsi:type="dcterms:W3CDTF">2026-08-28T18:01:49Z</dcterms:created>
  <dcterms:modified xsi:type="dcterms:W3CDTF">2026-08-28T18:01:49Z</dcterms:modified>
</cp:coreProperties>
</file>